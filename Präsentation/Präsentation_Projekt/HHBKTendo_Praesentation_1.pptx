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</Words>
  <Application>Microsoft Office PowerPoint</Application>
  <PresentationFormat>Bildschirmpräsentation (16:9)</PresentationFormat>
  <Paragraphs>177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Niklas Pingel</cp:lastModifiedBy>
  <cp:revision>2</cp:revision>
  <dcterms:created xsi:type="dcterms:W3CDTF">2026-05-05T06:07:02Z</dcterms:created>
  <dcterms:modified xsi:type="dcterms:W3CDTF">2026-05-05T06:33:11Z</dcterms:modified>
</cp:coreProperties>
</file>