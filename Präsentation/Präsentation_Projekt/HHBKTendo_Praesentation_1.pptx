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2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70" r:id="rId14"/>
    <p:sldId id="263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7E5C661B-4881-D1FC-50EB-6ADE5EC2C3EA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de-DE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630529" y="4868158"/>
            <a:ext cx="3280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de-DE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26603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2092</Words>
  <Application>Microsoft Office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Jesse James Göllner</cp:lastModifiedBy>
  <cp:revision>9</cp:revision>
  <dcterms:created xsi:type="dcterms:W3CDTF">2026-05-05T06:07:02Z</dcterms:created>
  <dcterms:modified xsi:type="dcterms:W3CDTF">2026-05-08T06:23:06Z</dcterms:modified>
</cp:coreProperties>
</file>