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5" r:id="rId5"/>
    <p:sldId id="262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70" r:id="rId14"/>
    <p:sldId id="263" r:id="rId15"/>
    <p:sldId id="271" r:id="rId16"/>
    <p:sldId id="264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75" d="100"/>
          <a:sy n="175" d="100"/>
        </p:scale>
        <p:origin x="-5408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F99A1F6-ABCD-9744-64A1-8C059F8F72A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de-DE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630529" y="4868158"/>
            <a:ext cx="3280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de-DE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26603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test_all.py – Unittest-Framework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unittest · Temp-DB-Isolation · Mocking · TC-01 bis TC-15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Temp-DB isoliert jeden Testfall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class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DBTestCase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(unittest.TestCase):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setUp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_, path = tempfile.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mkstemp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".db"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self._patch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patch.object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database,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"DB_PATH"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path)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self._patch.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(); database.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init_db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endParaRPr lang="de-DE" sz="980" dirty="0">
              <a:solidFill>
                <a:srgbClr val="ABB2BF"/>
              </a:solidFill>
              <a:latin typeface="Consolas" pitchFamily="49" charset="0"/>
            </a:endParaRP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TC-09: 4-in-Reihe → Mensch gewinnt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test_check_winner_horizontal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board =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create_board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col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(4):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board[0][col] = ttt.HUMAN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assertEqual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"human"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endParaRPr lang="de-DE" sz="980" dirty="0">
              <a:solidFill>
                <a:srgbClr val="ABB2BF"/>
              </a:solidFill>
              <a:latin typeface="Consolas" pitchFamily="49" charset="0"/>
            </a:endParaRP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TC-13: KI spielt Gewinnzug (Tiefe 1)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test_ai_takes_winning_move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col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(3):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board[0][col] = ttt.AI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assertEqual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_best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1), (0, 3))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DBTestCase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Jeder Test: frische Temp-DB via tempfile + unittest.mock.patch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patch.object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DB_PATH auf temporäre Datei umgeleitet – keine Produktions-DB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TC-09 / assertEqual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4 in einer Reihe korrekt als Sieg erkannt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TC-13 / get_best_move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KI findet sofortigen Gewinnzug bei Tiefe 1 (&lt;1 ms)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2A3A5E"/>
                </a:solidFill>
                <a:latin typeface="Calibri"/>
              </a:rPr>
              <a:t>60 Testfälle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8 Klassen · alle ohne GUI · pytest-kompatibel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636000" y="4875028"/>
            <a:ext cx="329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2364</Words>
  <Application>Microsoft Macintosh PowerPoint</Application>
  <PresentationFormat>Bildschirmpräsentation (16:9)</PresentationFormat>
  <Paragraphs>422</Paragraphs>
  <Slides>16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Lucas Geldmacher</cp:lastModifiedBy>
  <cp:revision>11</cp:revision>
  <dcterms:created xsi:type="dcterms:W3CDTF">2026-05-05T06:07:02Z</dcterms:created>
  <dcterms:modified xsi:type="dcterms:W3CDTF">2026-05-08T06:51:19Z</dcterms:modified>
</cp:coreProperties>
</file>