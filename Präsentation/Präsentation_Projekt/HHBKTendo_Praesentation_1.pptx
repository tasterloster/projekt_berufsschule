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2" r:id="rId6"/>
    <p:sldId id="266" r:id="rId7"/>
    <p:sldId id="259" r:id="rId8"/>
    <p:sldId id="267" r:id="rId9"/>
    <p:sldId id="260" r:id="rId10"/>
    <p:sldId id="268" r:id="rId11"/>
    <p:sldId id="261" r:id="rId12"/>
    <p:sldId id="269" r:id="rId13"/>
    <p:sldId id="270" r:id="rId14"/>
    <p:sldId id="263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2A4A"/>
    <a:srgbClr val="0D0D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85" d="100"/>
          <a:sy n="185" d="100"/>
        </p:scale>
        <p:origin x="-384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F427FB-857F-6D66-5546-A4FFFBE11191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de-DE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75E29AD1-3C35-7196-25B7-A6AA341DE76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de-DE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34E68320-6902-F8E4-C0DE-A77B7E7E3137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de-DE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E34108-9161-8AE9-4D11-BFE9571AD1A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de-DE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F99A1F6-ABCD-9744-64A1-8C059F8F72AB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4AFA91-6B72-E6D0-D4E5-66B3FB3051E4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de-DE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5DE22FE-D745-FBD2-BA50-45CEF9E74425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de-DE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minimax.py –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A0E3FF-07AA-6F45-D8BC-FC914ECDF56E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C2F187C1-B317-37D1-45F5-755AAA8303AC}"/>
              </a:ext>
            </a:extLst>
          </p:cNvPr>
          <p:cNvSpPr txBox="1"/>
          <p:nvPr/>
        </p:nvSpPr>
        <p:spPr>
          <a:xfrm>
            <a:off x="8737093" y="4875028"/>
            <a:ext cx="228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de-DE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pawn_chess.py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FDAF88-68DE-DAC2-79FD-9A75E624AC6A}"/>
              </a:ext>
            </a:extLst>
          </p:cNvPr>
          <p:cNvSpPr txBox="1"/>
          <p:nvPr/>
        </p:nvSpPr>
        <p:spPr>
          <a:xfrm>
            <a:off x="8630529" y="4868158"/>
            <a:ext cx="328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de-DE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B3C0734-FDE9-069E-B3EE-EB034B279996}"/>
              </a:ext>
            </a:extLst>
          </p:cNvPr>
          <p:cNvSpPr txBox="1"/>
          <p:nvPr/>
        </p:nvSpPr>
        <p:spPr>
          <a:xfrm>
            <a:off x="8641080" y="4875028"/>
            <a:ext cx="3246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de-DE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1A1A2E"/>
                </a:solidFill>
                <a:latin typeface="Arial Black" pitchFamily="49" charset="0"/>
              </a:rPr>
              <a:t>tictactoe.py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1C517D1-108E-C2AB-C269-6F61B68B4E2F}"/>
              </a:ext>
            </a:extLst>
          </p:cNvPr>
          <p:cNvSpPr txBox="1"/>
          <p:nvPr/>
        </p:nvSpPr>
        <p:spPr>
          <a:xfrm>
            <a:off x="8619460" y="4875028"/>
            <a:ext cx="3462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  <p:txBody>
          <a:bodyPr/>
          <a:lstStyle/>
          <a:p>
            <a:endParaRPr lang="de-DE"/>
          </a:p>
        </p:txBody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2800" b="1" dirty="0">
                <a:solidFill>
                  <a:srgbClr val="FFFFFF"/>
                </a:solidFill>
                <a:latin typeface="Arial Black" pitchFamily="49" charset="0"/>
              </a:rPr>
              <a:t>main.py – KI im eigenen Thread 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6ED5B22-E2A4-E6FD-FC69-77BFD8FC8D7D}"/>
              </a:ext>
            </a:extLst>
          </p:cNvPr>
          <p:cNvSpPr txBox="1"/>
          <p:nvPr/>
        </p:nvSpPr>
        <p:spPr>
          <a:xfrm>
            <a:off x="8626603" y="4875028"/>
            <a:ext cx="3320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de-DE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70E83C6-996E-073C-3B13-E8C05CA328E4}"/>
              </a:ext>
            </a:extLst>
          </p:cNvPr>
          <p:cNvSpPr txBox="1"/>
          <p:nvPr/>
        </p:nvSpPr>
        <p:spPr>
          <a:xfrm>
            <a:off x="8668512" y="4875028"/>
            <a:ext cx="2971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de-DE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D797B24-347F-FB77-B11F-40EE572E00D3}"/>
              </a:ext>
            </a:extLst>
          </p:cNvPr>
          <p:cNvSpPr txBox="1"/>
          <p:nvPr/>
        </p:nvSpPr>
        <p:spPr>
          <a:xfrm>
            <a:off x="8626549" y="4875028"/>
            <a:ext cx="3391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solidFill>
                  <a:srgbClr val="1E2A4A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2092</Words>
  <Application>Microsoft Macintosh PowerPoint</Application>
  <PresentationFormat>Bildschirmpräsentation (16:9)</PresentationFormat>
  <Paragraphs>392</Paragraphs>
  <Slides>15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Lucas Geldmacher</cp:lastModifiedBy>
  <cp:revision>10</cp:revision>
  <dcterms:created xsi:type="dcterms:W3CDTF">2026-05-05T06:07:02Z</dcterms:created>
  <dcterms:modified xsi:type="dcterms:W3CDTF">2026-05-08T06:25:30Z</dcterms:modified>
</cp:coreProperties>
</file>