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6" r:id="rId6"/>
    <p:sldId id="259" r:id="rId7"/>
    <p:sldId id="267" r:id="rId8"/>
    <p:sldId id="260" r:id="rId9"/>
    <p:sldId id="268" r:id="rId10"/>
    <p:sldId id="261" r:id="rId11"/>
    <p:sldId id="269" r:id="rId12"/>
    <p:sldId id="270" r:id="rId13"/>
    <p:sldId id="262" r:id="rId14"/>
    <p:sldId id="263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minimax.py –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de-DE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pawn_chess.py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730005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tictactoe.py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main.py – KI im eigenen Thread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33637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de-DE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7E5C661B-4881-D1FC-50EB-6ADE5EC2C3EA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2092</Words>
  <Application>Microsoft Office PowerPoint</Application>
  <PresentationFormat>Bildschirmpräsentation (16:9)</PresentationFormat>
  <Paragraphs>392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Jesse James Göllner</cp:lastModifiedBy>
  <cp:revision>7</cp:revision>
  <dcterms:created xsi:type="dcterms:W3CDTF">2026-05-05T06:07:02Z</dcterms:created>
  <dcterms:modified xsi:type="dcterms:W3CDTF">2026-05-08T06:07:20Z</dcterms:modified>
</cp:coreProperties>
</file>